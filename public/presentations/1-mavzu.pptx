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D7C5-57AB-4C01-BC2A-1F7A4E40A2D2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755B-1793-4EF0-8C81-38EC226DC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7336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D7C5-57AB-4C01-BC2A-1F7A4E40A2D2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755B-1793-4EF0-8C81-38EC226DC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6106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D7C5-57AB-4C01-BC2A-1F7A4E40A2D2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755B-1793-4EF0-8C81-38EC226DC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4307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D7C5-57AB-4C01-BC2A-1F7A4E40A2D2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755B-1793-4EF0-8C81-38EC226DC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4003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D7C5-57AB-4C01-BC2A-1F7A4E40A2D2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755B-1793-4EF0-8C81-38EC226DC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2049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D7C5-57AB-4C01-BC2A-1F7A4E40A2D2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755B-1793-4EF0-8C81-38EC226DC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0151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D7C5-57AB-4C01-BC2A-1F7A4E40A2D2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755B-1793-4EF0-8C81-38EC226DC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490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D7C5-57AB-4C01-BC2A-1F7A4E40A2D2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755B-1793-4EF0-8C81-38EC226DC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505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D7C5-57AB-4C01-BC2A-1F7A4E40A2D2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755B-1793-4EF0-8C81-38EC226DC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122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D7C5-57AB-4C01-BC2A-1F7A4E40A2D2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755B-1793-4EF0-8C81-38EC226DC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756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D7C5-57AB-4C01-BC2A-1F7A4E40A2D2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755B-1793-4EF0-8C81-38EC226DC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5290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D7C5-57AB-4C01-BC2A-1F7A4E40A2D2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755B-1793-4EF0-8C81-38EC226DC80C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4903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D7C5-57AB-4C01-BC2A-1F7A4E40A2D2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755B-1793-4EF0-8C81-38EC226DC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8128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D7C5-57AB-4C01-BC2A-1F7A4E40A2D2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755B-1793-4EF0-8C81-38EC226DC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85560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D7C5-57AB-4C01-BC2A-1F7A4E40A2D2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755B-1793-4EF0-8C81-38EC226DC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806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D7C5-57AB-4C01-BC2A-1F7A4E40A2D2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755B-1793-4EF0-8C81-38EC226DC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65524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AD7C5-57AB-4C01-BC2A-1F7A4E40A2D2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A755B-1793-4EF0-8C81-38EC226DC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2562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44AD7C5-57AB-4C01-BC2A-1F7A4E40A2D2}" type="datetimeFigureOut">
              <a:rPr lang="ru-RU" smtClean="0"/>
              <a:t>29.01.2026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A755B-1793-4EF0-8C81-38EC226DC80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42720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Salom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16851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</Words>
  <Application>Microsoft Office PowerPoint</Application>
  <PresentationFormat>Широкоэкранный</PresentationFormat>
  <Paragraphs>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Ион</vt:lpstr>
      <vt:lpstr>Salom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Salom</dc:title>
  <dc:creator>Takhirov Tulkin</dc:creator>
  <cp:lastModifiedBy>Takhirov Tulkin</cp:lastModifiedBy>
  <cp:revision>1</cp:revision>
  <dcterms:created xsi:type="dcterms:W3CDTF">2026-01-29T18:12:38Z</dcterms:created>
  <dcterms:modified xsi:type="dcterms:W3CDTF">2026-01-29T18:13:05Z</dcterms:modified>
</cp:coreProperties>
</file>